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2376" y="-11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89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311407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7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8"/>
            <a:ext cx="3030141" cy="9241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8"/>
            <a:ext cx="3031332" cy="9241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2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4406"/>
            <a:ext cx="2256235" cy="167851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2"/>
            <a:ext cx="3833812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2" y="2072927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934202"/>
            <a:ext cx="4114800" cy="81862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752824"/>
            <a:ext cx="4114800" cy="11625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701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7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8465-1D91-4CEC-86C1-70F8AEF2C2A8}" type="datetimeFigureOut">
              <a:rPr lang="en-GB" smtClean="0"/>
              <a:pPr/>
              <a:t>11/04/16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41CC1-431E-4696-8E7E-8F0724786108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664" y="344489"/>
            <a:ext cx="6172200" cy="648071"/>
          </a:xfrm>
        </p:spPr>
        <p:txBody>
          <a:bodyPr>
            <a:normAutofit/>
          </a:bodyPr>
          <a:lstStyle/>
          <a:p>
            <a:pPr algn="l"/>
            <a:r>
              <a:rPr lang="en-GB" sz="3200" dirty="0" smtClean="0"/>
              <a:t>The </a:t>
            </a:r>
            <a:r>
              <a:rPr lang="en-GB" sz="3200" dirty="0" smtClean="0"/>
              <a:t>name of the concept</a:t>
            </a:r>
            <a:endParaRPr lang="en-GB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890719" y="2144688"/>
            <a:ext cx="4644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76672" y="8305562"/>
            <a:ext cx="5940660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smtClean="0"/>
              <a:t>Voting dots area:</a:t>
            </a:r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 smtClean="0"/>
          </a:p>
        </p:txBody>
      </p:sp>
      <p:sp>
        <p:nvSpPr>
          <p:cNvPr id="9" name="Rectangle 8"/>
          <p:cNvSpPr/>
          <p:nvPr/>
        </p:nvSpPr>
        <p:spPr>
          <a:xfrm>
            <a:off x="476672" y="1568624"/>
            <a:ext cx="5940660" cy="4536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Concept Image(s)</a:t>
            </a:r>
          </a:p>
          <a:p>
            <a:pPr algn="ctr"/>
            <a:r>
              <a:rPr lang="en-GB" dirty="0" smtClean="0"/>
              <a:t>Remove this box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476672" y="6376898"/>
            <a:ext cx="5940660" cy="160043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smtClean="0"/>
              <a:t>Description:</a:t>
            </a:r>
          </a:p>
          <a:p>
            <a:r>
              <a:rPr lang="en-GB" sz="1600" dirty="0" smtClean="0"/>
              <a:t>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r>
              <a:rPr lang="en-GB" sz="1600" dirty="0" smtClean="0"/>
              <a:t>Max 5 lines of text</a:t>
            </a:r>
            <a:endParaRPr lang="en-GB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404664" y="920552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Participant: </a:t>
            </a:r>
            <a:r>
              <a:rPr lang="en-GB" sz="1600" dirty="0" err="1" smtClean="0"/>
              <a:t>NameX</a:t>
            </a:r>
            <a:r>
              <a:rPr lang="en-GB" sz="1600" dirty="0" smtClean="0"/>
              <a:t>,</a:t>
            </a:r>
            <a:endParaRPr lang="en-GB" sz="16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</Words>
  <Application>Microsoft Macintosh PowerPoint</Application>
  <PresentationFormat>A4 Paper (210x297 mm)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The name of the concept</vt:lpstr>
    </vt:vector>
  </TitlesOfParts>
  <Company>Assa Abloy 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Fredrik Einberg</dc:creator>
  <cp:lastModifiedBy>Jarmo Laaksolahti</cp:lastModifiedBy>
  <cp:revision>6</cp:revision>
  <dcterms:created xsi:type="dcterms:W3CDTF">2015-05-13T11:20:27Z</dcterms:created>
  <dcterms:modified xsi:type="dcterms:W3CDTF">2016-04-11T13:33:16Z</dcterms:modified>
</cp:coreProperties>
</file>